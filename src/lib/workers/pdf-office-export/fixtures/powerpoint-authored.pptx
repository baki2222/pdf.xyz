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82FAB-26AB-1F69-1035-B51BF406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C13D-37F5-4C70-8F2B-9D289A1302F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F8E885-A0F8-3E0B-6617-E23999C5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F258-5395-A526-5CB1-D8B63017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D9582-8966-43ED-83F0-627F0F288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3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99541-6D85-14D7-060B-C35ED914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87EE2-DDFD-BD79-4CE7-7860F3CDE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9C91A-F68E-6DB8-59CD-18DF73475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2C13D-37F5-4C70-8F2B-9D289A1302F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C1C1A-1734-15E4-007F-035BCE027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80089-20A5-CF95-2E12-A675BB7AB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D9582-8966-43ED-83F0-627F0F288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BB8DF-C958-8BE4-4F21-96BF74019CC1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Saved by Microsoft PowerPoint</a:t>
            </a:r>
          </a:p>
        </p:txBody>
      </p:sp>
    </p:spTree>
    <p:extLst>
      <p:ext uri="{BB962C8B-B14F-4D97-AF65-F5344CB8AC3E}">
        <p14:creationId xmlns:p14="http://schemas.microsoft.com/office/powerpoint/2010/main" val="268554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pdf.xyz test fixture</dc:creator>
  <cp:lastModifiedBy>pdf.xyz test fixture</cp:lastModifiedBy>
  <cp:revision>1</cp:revision>
  <dcterms:created xsi:type="dcterms:W3CDTF">2026-09-27T03:18:56Z</dcterms:created>
  <dcterms:modified xsi:type="dcterms:W3CDTF">2026-09-27T03:18:56Z</dcterms:modified>
</cp:coreProperties>
</file>